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Pipeline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Technical Solution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45720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 · Cleaning · Combining · Aggregating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1612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11338560" cy="5669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 Sources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11338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01368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92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189280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11338560" cy="5669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59736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55117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Handling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118104"/>
            <a:ext cx="11338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18104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0954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209544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Computation: Top 1/3 Average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11338560" cy="5669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76472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8679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Strategy (500 GB+)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11338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434840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526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5262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Results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5093208"/>
            <a:ext cx="11338560" cy="566928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93208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51846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518464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Problem Statement &amp; Data 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sensor networks produce readings in different formats. They must be unified, quality-controlled, and aggregated to derive the average of the top 1/3 sensor values.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event_date, sensor_number, sensor_value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10,000 rows (sample)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Partition: data_source_1/&lt;YYYYMMDD&gt;/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JSON (array of objects)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event_date, sensor_number, sensor_value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10,000 rows (sample)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Partition: data_source_2/&lt;YYYYMMDD&gt;/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1737360"/>
            <a:ext cx="50292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top 1/3 sensor values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combined cleaned dataset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160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83.32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Architecture &amp;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60708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&amp; Clean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58000" y="105156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DAA52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1/3 Avg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10515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0" y="137160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pipeline_result.json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1645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50292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71246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18795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processing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608576"/>
            <a:ext cx="50292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634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466344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 cluster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5084064"/>
            <a:ext cx="5029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138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68880" y="51389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(37 tests)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5559552"/>
            <a:ext cx="50292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6144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468880" y="56144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3246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943600" y="3657600"/>
            <a:ext cx="59436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71246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371246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— works on AWS, GCP, Azure, Databricks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0" y="4133088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18795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418795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Partition-aware — new date folders auto-discovered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43600" y="4608576"/>
            <a:ext cx="59436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466344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0" y="466344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safe to re-run without duplicate output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43600" y="5084064"/>
            <a:ext cx="5943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0" y="513892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0" y="513892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— structured DQ metrics on every run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43600" y="5559552"/>
            <a:ext cx="5943600" cy="420624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5614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00800" y="561441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— pure functions with 37 unit tests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Data Quality Handling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Identified in Sample Data (20,000 rows)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4747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463040"/>
            <a:ext cx="3200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463040"/>
            <a:ext cx="1645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1463040"/>
            <a:ext cx="3657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347472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placeholder sensor_value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874520"/>
            <a:ext cx="320040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1920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'NULL', 'None', ''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874520"/>
            <a:ext cx="164592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920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0" y="1874520"/>
            <a:ext cx="365760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sensor_value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233172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377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'ABC', 'IIIII', 'DSL', 'NAN'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233172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377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0" y="2331720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377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788920"/>
            <a:ext cx="347472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834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sensor_number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2788920"/>
            <a:ext cx="320040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'XYZ', 'ERR', 'NUO', 'KJJ', 'IAO'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2788920"/>
            <a:ext cx="164592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0" y="2788920"/>
            <a:ext cx="3657600" cy="438912"/>
          </a:xfrm>
          <a:prstGeom prst="rect">
            <a:avLst/>
          </a:prstGeom>
          <a:solidFill>
            <a:srgbClr val="E8F4F5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2834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24612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291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timestamps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40480" y="324612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3291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'2025-06-24 05:19'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40880" y="324612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0" y="3246120"/>
            <a:ext cx="3657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32918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Normalised, retained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703320"/>
            <a:ext cx="347472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DROPPED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840480" y="3703320"/>
            <a:ext cx="32004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40880" y="3703320"/>
            <a:ext cx="164592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(0.1%)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686800" y="3703320"/>
            <a:ext cx="365760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E8F4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4434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Rules Applied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57200" y="48463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sensor_value: must be numeric float, not null/NaN/Inf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57200" y="52303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sensor_number: must be integer in range [1, 100]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561441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event_date: truncated times normalised; unparseable dropped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599846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logged and counted for observability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31520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800" dirty="0"/>
          </a:p>
        </p:txBody>
      </p:sp>
      <p:sp>
        <p:nvSpPr>
          <p:cNvPr id="61" name="Text 59"/>
          <p:cNvSpPr/>
          <p:nvPr/>
        </p:nvSpPr>
        <p:spPr>
          <a:xfrm>
            <a:off x="73152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ingested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31520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21 dropped  ↓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315200" y="5669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19,979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731520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 ready for analysis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Core Computation: Top 1/3 Average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sensor_value readings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19,979 clean float values from both sources combined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64008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descending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sensor values placed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64008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top ⌈N/3⌉ values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⌈19,979 / 3⌉ = 6,660 values (ceiling ensures at least 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64008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88720" y="4526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arithmetic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937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sum(top_6660_values) / 6660 = 83.32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0" y="100584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1188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7824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83.32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877824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top 1/3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886200"/>
            <a:ext cx="25603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3977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66.72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N: 6,660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19,979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Scalability Strategy (500 GB+)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Two-mode pipeline — same code, different scale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Local Python Mode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MB-scale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stdlib — no dependencies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unit tests run against this 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and debugging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PySpark Cluster Mode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spark_pipeline.py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500 GB+ via distributed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00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Query Execution (AQE) enabled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recursiveFileLookup reads all partitions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3891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avoids full in-memory sort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983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auto-scaling adds workers on demand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Pipeline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dataset: 20,000 rows (2 × 10,000)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sources)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1089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dropped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(DQ errors)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8521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953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6,660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1/3 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(⌈N/3⌉)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60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66.72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1089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83.32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8521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1/3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9536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37/37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85953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5720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Breakdown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0" y="5102352"/>
            <a:ext cx="694944" cy="237744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4" name="Text 32"/>
          <p:cNvSpPr/>
          <p:nvPr/>
        </p:nvSpPr>
        <p:spPr>
          <a:xfrm>
            <a:off x="4443984" y="50292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5532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value (non-numeric)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0" y="5605272"/>
            <a:ext cx="3474720" cy="237744"/>
          </a:xfrm>
          <a:prstGeom prst="rect">
            <a:avLst/>
          </a:prstGeom>
          <a:solidFill>
            <a:srgbClr val="E06020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55321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035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sensor# (non-integer)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0" y="6108192"/>
            <a:ext cx="3127248" cy="237744"/>
          </a:xfrm>
          <a:prstGeom prst="rect">
            <a:avLst/>
          </a:prstGeom>
          <a:solidFill>
            <a:srgbClr val="D05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876288" y="6035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GitHub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6128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sensor-pipeline/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pipeline.py        # Python local pipeline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11226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spark_pipeline.py  # PySpark cluster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45973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tests.py           # 37 unit tests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80720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.github/workflows/ci.yml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977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all 37 unit tests automatically on every push and pull request.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005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spark_pipeline.py on Databricks with S3/ADLS data path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2140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as a Databricks Job (cron) for automated daily runs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77977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incremental processing — only process new partitions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43814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DQ metrics into a monitoring dashboard (Grafana/Metabase)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409651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 lineage tracking (Delta Lake / Apache Atlas)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754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output to include per-sensor-number breakdowns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Pipeline — Complete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19,979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9319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9494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top-1/3 average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66960" y="4023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37/37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966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Data Pipeline Presentation</dc:title>
  <dc:subject>PptxGenJS Presentation</dc:subject>
  <dc:creator>Sensor Pipeline</dc:creator>
  <cp:lastModifiedBy>Sensor Pipeline</cp:lastModifiedBy>
  <cp:revision>1</cp:revision>
  <dcterms:created xsi:type="dcterms:W3CDTF">2026-05-16T04:33:19Z</dcterms:created>
  <dcterms:modified xsi:type="dcterms:W3CDTF">2026-05-16T04:33:19Z</dcterms:modified>
</cp:coreProperties>
</file>